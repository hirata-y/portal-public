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合成データ・スライドPoC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架空ID：SYN-TGW-001</a:t>
            </a:r>
          </a:p>
          <a:p>
            <a:r>
              <a:t>点数：7（試験専用・架空）</a:t>
            </a:r>
          </a:p>
          <a:p>
            <a:r>
              <a:t>実原本・ライセンスや閲覧互換性を証明しません。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